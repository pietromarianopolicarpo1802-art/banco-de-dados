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3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7" r:id="rId17"/>
    <p:sldId id="276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A1F44"/>
    <a:srgbClr val="0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8FE3E-5E97-4B22-B420-7790DB95935A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35C2E-4FE5-4C28-AE2B-A542B6C74E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06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9776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9454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146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 smtClean="0"/>
              <a:t>Editar estilos de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2EF6A-6694-46C3-8737-21AC3390FA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82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Os 4 Pilares da Computação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40821"/>
            <a:ext cx="9144000" cy="1356919"/>
          </a:xfrm>
        </p:spPr>
        <p:txBody>
          <a:bodyPr/>
          <a:lstStyle/>
          <a:p>
            <a:r>
              <a:rPr lang="pt-BR" dirty="0" smtClean="0"/>
              <a:t>Isabelle </a:t>
            </a:r>
            <a:r>
              <a:rPr lang="pt-BR" dirty="0" err="1" smtClean="0"/>
              <a:t>Arisa</a:t>
            </a:r>
            <a:r>
              <a:rPr lang="pt-BR" dirty="0" smtClean="0"/>
              <a:t> Sakamoto</a:t>
            </a:r>
          </a:p>
          <a:p>
            <a:r>
              <a:rPr lang="pt-BR" dirty="0" smtClean="0"/>
              <a:t>Pietro Mariano Policarpo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429075" y="5956183"/>
            <a:ext cx="133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FFFF"/>
                </a:solidFill>
              </a:rPr>
              <a:t>05/05/2026</a:t>
            </a:r>
            <a:endParaRPr lang="pt-B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71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7474" y="500062"/>
            <a:ext cx="10515600" cy="1325563"/>
          </a:xfrm>
        </p:spPr>
        <p:txBody>
          <a:bodyPr/>
          <a:lstStyle/>
          <a:p>
            <a:r>
              <a:rPr lang="pt-BR" dirty="0" smtClean="0"/>
              <a:t>Apresentadores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7474" y="1825625"/>
            <a:ext cx="11714526" cy="3335134"/>
          </a:xfrm>
        </p:spPr>
        <p:txBody>
          <a:bodyPr/>
          <a:lstStyle/>
          <a:p>
            <a:r>
              <a:rPr lang="pt-BR" dirty="0" smtClean="0"/>
              <a:t>Isabelle </a:t>
            </a:r>
            <a:r>
              <a:rPr lang="pt-BR" dirty="0" err="1" smtClean="0"/>
              <a:t>Arisa</a:t>
            </a:r>
            <a:r>
              <a:rPr lang="pt-BR" dirty="0" smtClean="0"/>
              <a:t> Sakamoto</a:t>
            </a:r>
          </a:p>
          <a:p>
            <a:r>
              <a:rPr lang="pt-BR" dirty="0" smtClean="0"/>
              <a:t>Pietro Mariano Policarpo</a:t>
            </a:r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 smtClean="0"/>
              <a:t>05/05/2026</a:t>
            </a: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95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Agenda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Introdução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Decomposição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Reconhecimento de Padrões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Abstração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Algoritmos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Conclusão</a:t>
            </a:r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35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51763" y="3052506"/>
            <a:ext cx="10515600" cy="885181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551763" y="6953723"/>
            <a:ext cx="10515600" cy="150018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95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309286"/>
          </a:xfrm>
        </p:spPr>
        <p:txBody>
          <a:bodyPr/>
          <a:lstStyle/>
          <a:p>
            <a:r>
              <a:rPr lang="pt-BR" dirty="0"/>
              <a:t>A computação é estruturada em quatro pilares fundamentais: decomposição, reconhecimento de padrões, abstração e algoritmos. Juntos, eles formam a base do pensamento computacional, permitindo organizar ideias, enfrentar problemas complexos e desenvolver soluções criativas e eficientes aplicáveis em diversas áreas do conhecimento e da vida cotidiana.</a:t>
            </a:r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22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51763" y="3052506"/>
            <a:ext cx="10515600" cy="885181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Decomposição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452909" y="7008899"/>
            <a:ext cx="10515600" cy="150018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Decomposição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Dividir problemas complexos em partes menores e organizadas.  Permite analisar cada etapa separadamente, facilita o trabalho em equipe, reduz a complexidade e torna a solução mais eficiente.  Também ajuda a identificar prioridades, distribuir tarefas, acompanhar o progresso e evitar sobrecarga de informações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 smtClean="0"/>
          </a:p>
          <a:p>
            <a:r>
              <a:rPr lang="pt-BR" dirty="0"/>
              <a:t>Além de simplificar problemas, a decomposição favorece a colaboração, pois cada pessoa pode assumir uma parte do desafio. Essa prática também ajuda a identificar dependências entre etapas e a construir soluções mais estruturadas e </a:t>
            </a:r>
            <a:r>
              <a:rPr lang="pt-BR" dirty="0" smtClean="0"/>
              <a:t>escaláveis.</a:t>
            </a:r>
            <a:endParaRPr lang="pt-BR" dirty="0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13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51763" y="3052506"/>
            <a:ext cx="10515600" cy="885181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Reconhecimento de Padrões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551763" y="6953723"/>
            <a:ext cx="10515600" cy="150018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86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Reconhecimento de Padrões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Identificar semelhanças e repetições em diferentes situações.  Ajuda a prever resultados, reutilizar soluções já existentes e criar estratégias mais rápidas e inteligentes.  Fortalece a capacidade de generalização, contribui para a inovação e permite aplicar experiências anteriores em novos desafios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 smtClean="0"/>
          </a:p>
          <a:p>
            <a:r>
              <a:rPr lang="pt-BR" dirty="0"/>
              <a:t>O reconhecimento de padrões não apenas acelera a resolução de problemas, mas também estimula a criatividade ao permitir que soluções conhecidas sejam adaptadas para novos contextos. É um recurso essencial para prever tendências e otimizar processos.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89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51763" y="3052506"/>
            <a:ext cx="10515600" cy="885181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Abstração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551763" y="6953723"/>
            <a:ext cx="10515600" cy="150018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75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Abstração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Destacar apenas os elementos essenciais de um problema.  Simplifica a análise, evita excesso de informações e favorece clareza nas soluções.  Permite criar representações objetivas, generalizar ideias e aplicar conceitos em diferentes cenários, mantendo foco no que realmente importa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A abstração é fundamental para criar modelos e representações que podem ser aplicados em diferentes áreas. Ela permite generalizar conceitos, reduzir a complexidade e manter o foco no que realmente importa, tornando a solução mais clara e objetiva.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14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51763" y="3052506"/>
            <a:ext cx="10515600" cy="885181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Algoritmos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551763" y="6953723"/>
            <a:ext cx="10515600" cy="150018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65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Algoritmos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uma sequência lógica de passos para alcançar uma solução.  Garante organização, eficiência e </a:t>
            </a:r>
            <a:r>
              <a:rPr lang="pt-BR" dirty="0" err="1"/>
              <a:t>repetibilidade</a:t>
            </a:r>
            <a:r>
              <a:rPr lang="pt-BR" dirty="0"/>
              <a:t>, além de facilitar a automação de processos.  Pode ser adaptado para diferentes tipos de problemas, serve como guia estruturado e é fundamental para a programação e para a resolução sistemática de tarefas cotidianas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Os algoritmos são a base da programação e da automação. Eles permitem transformar ideias em instruções executáveis, garantindo precisão e consistência. Além disso, possibilitam que soluções sejam replicadas e adaptadas em diversos cenários.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71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51763" y="3052506"/>
            <a:ext cx="10515600" cy="885181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551763" y="6953723"/>
            <a:ext cx="10515600" cy="150018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47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quatro pilares da computação — decomposição, reconhecimento de padrões, abstração e algoritmos — formam a base do pensamento computacional e são indispensáveis para enfrentar desafios de forma lógica e estruturada.  Eles não se limitam ao uso de computadores: podem ser aplicados em qualquer área da vida, desde a resolução de problemas cotidianos até o desenvolvimento de soluções inovadoras em ciência e tecnologia.  Ao dominar esses pilares, ampliamos nossa capacidade de analisar, criar e transformar ideias em soluções práticas, preparando-nos para um mundo cada vez mais digital e interconectado.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62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Mind</a:t>
            </a:r>
            <a:r>
              <a:rPr lang="pt-BR" dirty="0" smtClean="0"/>
              <a:t> </a:t>
            </a:r>
            <a:r>
              <a:rPr lang="pt-BR" dirty="0" err="1" smtClean="0"/>
              <a:t>Makers</a:t>
            </a:r>
            <a:endParaRPr lang="pt-BR" dirty="0" smtClean="0"/>
          </a:p>
          <a:p>
            <a:r>
              <a:rPr lang="pt-BR" dirty="0" err="1" smtClean="0"/>
              <a:t>MakerZine</a:t>
            </a:r>
            <a:endParaRPr lang="pt-BR" dirty="0" smtClean="0"/>
          </a:p>
          <a:p>
            <a:r>
              <a:rPr lang="pt-BR" dirty="0" err="1" smtClean="0"/>
              <a:t>Simple</a:t>
            </a:r>
            <a:r>
              <a:rPr lang="pt-BR" dirty="0" smtClean="0"/>
              <a:t> </a:t>
            </a:r>
            <a:r>
              <a:rPr lang="pt-BR" dirty="0" err="1" smtClean="0"/>
              <a:t>Teacher</a:t>
            </a:r>
            <a:endParaRPr lang="pt-BR" dirty="0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smtClean="0"/>
              <a:t>05/05/2026</a:t>
            </a:r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CPS-ETECVAV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EF6A-6694-46C3-8737-21AC3390FAB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6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Os 4 Pilares da Computação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40821"/>
            <a:ext cx="9144000" cy="1356919"/>
          </a:xfrm>
        </p:spPr>
        <p:txBody>
          <a:bodyPr/>
          <a:lstStyle/>
          <a:p>
            <a:r>
              <a:rPr lang="pt-BR" dirty="0" smtClean="0"/>
              <a:t>Isabelle </a:t>
            </a:r>
            <a:r>
              <a:rPr lang="pt-BR" dirty="0" err="1" smtClean="0"/>
              <a:t>Arisa</a:t>
            </a:r>
            <a:r>
              <a:rPr lang="pt-BR" dirty="0" smtClean="0"/>
              <a:t> Sakamoto-isabelle.Sakamoto@aluno.cps.sp.gov.br</a:t>
            </a:r>
          </a:p>
          <a:p>
            <a:r>
              <a:rPr lang="pt-BR" dirty="0" smtClean="0"/>
              <a:t>Pietro Mariano Policarpo-pietro.policarpo@aluno.cps.sp.gov.br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429075" y="5956183"/>
            <a:ext cx="133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FFFF"/>
                </a:solidFill>
              </a:rPr>
              <a:t>05</a:t>
            </a:r>
            <a:r>
              <a:rPr lang="pt-BR" dirty="0" smtClean="0">
                <a:solidFill>
                  <a:srgbClr val="FFFFFF"/>
                </a:solidFill>
              </a:rPr>
              <a:t>/05/2026</a:t>
            </a:r>
            <a:endParaRPr lang="pt-B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80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608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Os 4 Pilares da Computação</vt:lpstr>
      <vt:lpstr>Apresentadores</vt:lpstr>
      <vt:lpstr>Agenda</vt:lpstr>
      <vt:lpstr>Introdução</vt:lpstr>
      <vt:lpstr>Introdução</vt:lpstr>
      <vt:lpstr>Decomposição</vt:lpstr>
      <vt:lpstr>Decomposição</vt:lpstr>
      <vt:lpstr>Reconhecimento de Padrões</vt:lpstr>
      <vt:lpstr>Reconhecimento de Padrões</vt:lpstr>
      <vt:lpstr>Abstração</vt:lpstr>
      <vt:lpstr>Abstração</vt:lpstr>
      <vt:lpstr>Algoritmos</vt:lpstr>
      <vt:lpstr>Algoritmos</vt:lpstr>
      <vt:lpstr>Conclusão</vt:lpstr>
      <vt:lpstr>Conclusão</vt:lpstr>
      <vt:lpstr>Referências</vt:lpstr>
      <vt:lpstr>Os 4 Pilares da Computação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4 Pilares da Computação</dc:title>
  <dc:creator>EtecVAV</dc:creator>
  <cp:lastModifiedBy>Suporte</cp:lastModifiedBy>
  <cp:revision>19</cp:revision>
  <dcterms:created xsi:type="dcterms:W3CDTF">2026-05-05T15:07:14Z</dcterms:created>
  <dcterms:modified xsi:type="dcterms:W3CDTF">2026-05-05T21:50:27Z</dcterms:modified>
</cp:coreProperties>
</file>